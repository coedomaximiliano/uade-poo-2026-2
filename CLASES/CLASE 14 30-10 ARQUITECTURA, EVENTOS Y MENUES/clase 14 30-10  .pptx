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14/img/s01_fe8b89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292608"/>
            <a:ext cx="969264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javase/tutorial/uiswing/index.html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s/docs/Learn_web_development/Core/Scripting/JSON" TargetMode="External"/><Relationship Id="rId2" Type="http://schemas.openxmlformats.org/officeDocument/2006/relationships/image" Target="../media/image-48-1.png"/><Relationship Id="rId3" Type="http://schemas.openxmlformats.org/officeDocument/2006/relationships/image" Target="../media/image-4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c14/img/s01_fe8b89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594360"/>
            <a:ext cx="132588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12480" y="3108960"/>
            <a:ext cx="5120640" cy="5120640"/>
          </a:xfrm>
          <a:prstGeom prst="ellipse">
            <a:avLst/>
          </a:prstGeom>
          <a:solidFill>
            <a:srgbClr val="27326F"/>
          </a:solidFill>
          <a:ln w="12700">
            <a:solidFill>
              <a:srgbClr val="27326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0" y="4389120"/>
            <a:ext cx="2560320" cy="2560320"/>
          </a:xfrm>
          <a:prstGeom prst="ellipse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 ORIENTADO A OBJETOS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14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46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Maximiliano Coedo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mcoedo@uade.edu.ar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4533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45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Arquitectura de una aplicación.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47802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478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5000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Eventos. Manejo de eventos.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410712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107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8269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Menú en una interfaz gráfica.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34340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43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1538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Hilo de ejecución de las interfaces gráfica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276088"/>
            <a:ext cx="493776" cy="49377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5276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4807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Trabajo Practico grupal estado.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172200" y="1417320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154533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6792" y="1545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141732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Entrada y salida de datos. Distintos mecanismos.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172200" y="2350008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247802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36792" y="2478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235000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Flujos de datos, su utilización.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172200" y="3282696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410712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36792" y="34107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328269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Entorno gráfico.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172200" y="4215384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434340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36792" y="4343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21538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Paquetes y Clases.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una aplicación.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86696" y="1604772"/>
            <a:ext cx="7815560" cy="44256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03_a6527f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272" y="1641348"/>
            <a:ext cx="7742408" cy="4352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en una interfaz gráfica.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397518"/>
            <a:ext cx="9948672" cy="1005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es una biblioteca gráfica (GUI) de Java que permite crear interfaces de usuario con ventanas, botones, menús, tablas, cuadros de texto, y muchos otros componentes visuales. Forma parte de la plataforma Java SE y está incluida en el paquete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javax.swing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2403346"/>
            <a:ext cx="9948672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https://docs.oracle.com/javase/tutorial/uiswing/index.html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37376" y="2862072"/>
            <a:ext cx="4142232" cy="29900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c14/img/s04_0376dd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898648"/>
            <a:ext cx="4069080" cy="2916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" y="2761488"/>
            <a:ext cx="5193792" cy="3090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1" descr="/home/claude/c14/img/s04_9027f1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98064"/>
            <a:ext cx="5120640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proporciona.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gráficos avanzados, como: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(ventana)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(botón)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(etiqueta)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(campo de texto)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(tabla)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(panel de organización)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personalizable mediante 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managers.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con múltiples plataformas (es portable).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del sistema operativo, ya que no usa directamente los componentes nativos (a diferencia de AWT).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 de componentes de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2064" y="2161381"/>
            <a:ext cx="5929926" cy="3312477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06_18b3aa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7957"/>
            <a:ext cx="5856774" cy="3239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70937" y="2263481"/>
            <a:ext cx="5205951" cy="3098997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1" descr="/home/claude/c14/img/s06_3b4be27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513" y="2300057"/>
            <a:ext cx="5132799" cy="30258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 de componentes de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2064" y="1877682"/>
            <a:ext cx="6536853" cy="38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07_452e45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4258"/>
            <a:ext cx="6463701" cy="38067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75765" y="2766562"/>
            <a:ext cx="4701123" cy="108763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1" descr="/home/claude/c14/img/s07_68df57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341" y="2803138"/>
            <a:ext cx="4627971" cy="10144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la GUI.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es una instancia de una clase.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como cualquier otro objeto Java.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componentes: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Contenedores: contienen a otros componentes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(clase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superficie de dibujo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Interfaz: botones, listas, menús, casillas de verificación (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texto, etc.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construcción de ventanas: ventanas, marcos, barras de menús, cuadros de diálogo, etc. 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la GUI.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2064" y="1422412"/>
            <a:ext cx="11164824" cy="4790417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09_1bf586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8988"/>
            <a:ext cx="11091672" cy="47172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gráficos avanzados, como: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(ventana)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(botón)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(etiqueta)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(campo de texto)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(tabla)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(panel de organización)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personalizable mediante 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managers.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con múltiples plataformas (es portable).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del sistema operativo, ya que no usa directamente los componentes nativos (a diferencia de AWT).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JFrame (ventana).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en Java Swing es la clase principal que representa una ventana en una aplicación de escritorio. Es un contenedor de nivel superior, similar a un marco de imagen, que proporciona la estructura y la decoración (como el título, el borde y los botones de control) para organizar otros componentes de la interfaz gráfica como botones, etiquetas y paneles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395728" y="2980944"/>
            <a:ext cx="5833872" cy="2980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c14/img/s11_bda485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304" y="3017520"/>
            <a:ext cx="5760720" cy="29077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JFrame (ventana).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148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minutos: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Ejercicio en clase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508760"/>
            <a:ext cx="8028432" cy="4480560"/>
          </a:xfrm>
          <a:prstGeom prst="roundRect">
            <a:avLst>
              <a:gd name="adj" fmla="val 3061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7830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ventana personalizada (asignarle un nombre/título), implementar los métodos:</a:t>
            </a:r>
            <a:endParaRPr lang="en-US" sz="2300" dirty="0"/>
          </a:p>
          <a:p>
            <a:pPr marL="203200" indent="-203200">
              <a:spcBef>
                <a:spcPts val="800"/>
              </a:spcBef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setLocation</a:t>
            </a:r>
            <a:endParaRPr lang="en-US" sz="2300" dirty="0"/>
          </a:p>
          <a:p>
            <a:pPr marL="203200" indent="-203200">
              <a:spcBef>
                <a:spcPts val="800"/>
              </a:spcBef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setJMenuBar</a:t>
            </a:r>
            <a:endParaRPr lang="en-US" sz="2300" dirty="0"/>
          </a:p>
          <a:p>
            <a:pPr marL="203200" indent="-203200">
              <a:spcBef>
                <a:spcPts val="800"/>
              </a:spcBef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setIconImage</a:t>
            </a:r>
            <a:endParaRPr lang="en-US" sz="2300" dirty="0"/>
          </a:p>
          <a:p>
            <a:pPr marL="203200" indent="-203200">
              <a:spcBef>
                <a:spcPts val="800"/>
              </a:spcBef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setSize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JButton (botón).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clase de la librería Swing en Java que se utiliza para crear botones interactivos en interfaces gráficas de usuario (GUI). Para que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realice una acción cuando se presiona, se debe implementar la interfaz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asociar un evento de escucha al botón.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principales: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Permite al usuario interactuar con la aplicación, realizando una acción específica al ser presionado.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 Puede mostrar texto, una imagen (icono) o ambos.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Genera un evento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ActionEvent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cuando se presiona, que se maneja implementando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crear y usar un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instancia: Se crea un objeto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Los constructores permiten crear un botón con solo texto, solo icono, o ambos: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("Texto del Botón")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(new 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ImageIcon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("ruta/a/la/imagen.png"))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("Texto", new 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ImageIcon</a:t>
            </a:r>
            <a:r>
              <a:rPr lang="en-US" sz="12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("ruta/a/la/imagen.png"))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Posicionarlo en la ventana: Se agrega el botón a un contenedor, como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a su vez se añade a un JFrame.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funcionalidad (implementar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Se implementa la interfaz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definir qué sucede cuando se hace clic en el botón. </a:t>
            </a:r>
            <a:endParaRPr lang="en-US" sz="160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la ejecución del evento: Se agrega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botón usando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JButton (botón).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88256" y="1380744"/>
            <a:ext cx="8212441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14_f89a8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832" y="1417320"/>
            <a:ext cx="8139289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JButton (botón).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148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minutos: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Ejercicio en clase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508760"/>
            <a:ext cx="8028432" cy="4480560"/>
          </a:xfrm>
          <a:prstGeom prst="roundRect">
            <a:avLst>
              <a:gd name="adj" fmla="val 3061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7830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ventana con un botón que aumente un número cada vez que se hace clic.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ejercicio: JButton (botón).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85675" y="1380744"/>
            <a:ext cx="6617603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16_2c0d5b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2251" y="1417320"/>
            <a:ext cx="6544451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JLabel (etiqueta).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clase de Java Swing que se usa para mostrar texto, una imagen (icono) o ambos en una interfaz gráfica de usuario (GUI). Es un componente de solo lectura, lo que significa que los usuarios no pueden editar su contenido, pero el texto o las imágenes pueden modificarse programáticamente usando métodos como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setText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o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setIcon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principales: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Mostrar información estática como etiquetas, mensajes o imágenes.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Puede contener texto, un icono (imagen) o ambos.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puede recibir el foco del teclado y es un componente inactivo ante eventos de entrada.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Editabilidad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usuario no puede editar su contenido, pero el desarrollador puede modificarlo en el código.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comunes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(): Constructor para crear una etiqueta vacía.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 una etiqueta con un texto inicial.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 una etiqueta con un icono inicial.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 una etiqueta con texto y especifica la alineación horizontal.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Permite cambiar el texto de la etiqueta después de que ha sido creada.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setIcon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Permite asignar o cambiar la imagen o icono de la etiqueta.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setFont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(Font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Permite definir la fuente, el estilo (negrita/cursiva) y el tamaño del texto.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JLabel (etiqueta).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0745" y="1389705"/>
            <a:ext cx="10867461" cy="485583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18_b45405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321" y="1426281"/>
            <a:ext cx="10794309" cy="47826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JLabel.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148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minutos: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Ejercicio en clase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508760"/>
            <a:ext cx="8028432" cy="4480560"/>
          </a:xfrm>
          <a:prstGeom prst="roundRect">
            <a:avLst>
              <a:gd name="adj" fmla="val 3061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7830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interfaz que muestre una etiqueta (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un botón (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Al presionar el botón, el texto de la etiqueta cambia.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ejercicio: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06436" y="1380744"/>
            <a:ext cx="7176081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20_f27f1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012" y="1417320"/>
            <a:ext cx="7102929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JTextField (campo de texto).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componente de Java Swing que permite al usuario introducir una sola línea de texto editable, como un nombre o una dirección. Para usarlo, se crea una instancia de la clase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añade a un contenedor en la interfaz gráfica. Se pueden configurar propiedades como el texto inicial, el número de columnas o la fuente, y extraer la entrada del usuario mediante eventos.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constructores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(): Crea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vacío.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 número específico de columnas visibles.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texto predefinido.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texto predefinido y un número de columnas.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comunes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texto: Usa el método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("texto") para poner texto en el campo.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texto: Usa el método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getText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para recuperar lo que el usuario ha escrito.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apariencia: Puedes cambiar propiedades como la fuente, el color de fondo 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setBackground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el color del texto 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setForeground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tamaño: Se puede influir en el tamaño con el número de columnas o, de forma más precisa, usando métodos de tamaño y posición del contenedor.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eventos: Se pueden usar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detectar acciones del usuario, como presionar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así procesar la información ingresada.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JTextField (campo de texto).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2064" y="1402146"/>
            <a:ext cx="11164824" cy="4830947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22_9d5060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8722"/>
            <a:ext cx="11091672" cy="47577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JTextField.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148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minutos: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Ejercicio en clase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508760"/>
            <a:ext cx="8028432" cy="4480560"/>
          </a:xfrm>
          <a:prstGeom prst="roundRect">
            <a:avLst>
              <a:gd name="adj" fmla="val 3061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7830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ventana con un 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un 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 hacer clic en el botón, el texto ingresado en el campo se mostrará en la etiqueta.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ejercicio: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76316" y="1380744"/>
            <a:ext cx="6036319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24_b2b93c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2892" y="1417320"/>
            <a:ext cx="5963167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JTable (tabla).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componente de la biblioteca Swing de Java que se usa para mostrar datos de manera tabular (en filas y columnas) en una interfaz gráfica. Es una herramienta flexible que permite mostrar y editar información organizada, y su apariencia y comportamiento se pueden personalizar. Se suele utilizar dentro de un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JScrollPane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manejar datos que no caben en la pantalla y para trabajar con modelos de datos como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DefaultTableModel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gestionar grandes volúmenes de información de forma eficiente.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principal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datos: Presenta datos de forma organizada, similar a una hoja de cálculo.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con el usuario: Permite la selección y, en algunos casos, la edición de datos directamente en la tabla.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Personalización: Puedes ajustar propiedades como la altura de las filas, el ancho de las columnas, colores y fuentes. También se pueden agregar elementos interactivos como imágenes, iconos y botones.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datos: Utiliza modelos de datos 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TableModel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separar la vista de los datos, facilitando la gestión de grandes cantidades de información.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básico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crear una tabla básica, puedes utilizar un constructor de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acepte un array bidimensional para los datos de las filas y un array unidimensional para los nombres de las columnas.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JTable (tabla).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06256" y="1380744"/>
            <a:ext cx="7776440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26_92c44c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2832" y="1417320"/>
            <a:ext cx="7703288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JTable.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148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minutos: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Ejercicio en clase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508760"/>
            <a:ext cx="8028432" cy="4480560"/>
          </a:xfrm>
          <a:prstGeom prst="roundRect">
            <a:avLst>
              <a:gd name="adj" fmla="val 3061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7830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ventana con una tabla (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muestre una lista de productos con columnas como Código, Nombre y Precio.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ejercicio: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35385" y="1380744"/>
            <a:ext cx="7718182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28_8c55e3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1961" y="1417320"/>
            <a:ext cx="7645030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JPanel (panel de organización).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Java Swing es un contenedor ligero para organizar otros componentes gráficos como botones y campos de texto dentro de una ventana (JFrame). Su función principal es agrupar y estructurar elementos visuales, y se puede configurar con diferentes diseños (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LayoutManager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controlar la disposición de los componentes que contiene. Un 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sí mismo no tiene barra de título, pero es un bloque de construcción fundamental para crear interfaces de usuario complejas.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y uso principal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versátil: Sirve para agrupar componentes, lo que facilita la organización en una interfaz más grande.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disposición: Permite usar diferentes administradores de diseño 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FlowLayout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BorderLayout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GridLayout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etc.) para organizar los componentes que contiene.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Jerarquía: Se utiliza dentro de contenedores de nivel superior, como un JFrame, para darles estructura. 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Personalización: Se le pueden establecer colores de fondo y bordes, aunque no tiene título ni bordes por defecto. 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 instancia un nuevo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Por defecto, utiliza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FlowLayout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no se especifica otro.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componentes: Se crean otros componentes gráficos, como un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componentes al panel: Se usan los métodos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para colocar los componentes dentro del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el panel a un contenedor mayor: Se añade el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JFrame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JPanel (panel de organización).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11628" y="1380744"/>
            <a:ext cx="9565696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0_11796f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204" y="1417320"/>
            <a:ext cx="9492544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JPanel.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148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minutos: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Ejercicio en clase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508760"/>
            <a:ext cx="8028432" cy="4480560"/>
          </a:xfrm>
          <a:prstGeom prst="roundRect">
            <a:avLst>
              <a:gd name="adj" fmla="val 3061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7830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2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dos botones que permiten cambiar su color entre rojo y azul.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ejercicio: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4644" y="1380744"/>
            <a:ext cx="4708883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2_f70c30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220" y="1417320"/>
            <a:ext cx="4635731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60375" y="1380744"/>
            <a:ext cx="3903934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1" descr="/home/claude/c14/img/s32_59c330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951" y="1417320"/>
            <a:ext cx="3830782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diálogos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Diálogos en Swing son iguales a los típicos Diálogos de cualquier aplicación de escritorio.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utilizan para mensajes o avisos rápidos al usuario.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Componentes (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JComponent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por lo tanto también son Contenedores y pueden albergar Componentes gráficos arbitrarios.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embargo,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provee una serie de métodos estáticos para la creación de Diálogos estandarizados: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Diálogos de Alerta/Error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Diálogos de Confirmación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Diálogos con Opciones (Sí, No, Cancelar)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uso de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 necesario armar ningún Contenedor principal. Es decir, podría lanzar un Diálogo directamente desde una aplicación de Consola.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métodos reciben como argumento una referencia al Componente (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Java.awt.Component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padre: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el Componente es una referencia al panel o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 está mostrando entonces lograremos un Diálogo Modal.</a:t>
            </a:r>
            <a:endParaRPr lang="en-US" sz="14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 lo contrario, se puede pasar una referencia nula, en cuyo caso será un Diálogo huérfano y puede “perderse” detrás de la ventana de nuestra aplicación o de otras aplicaciones.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diálogos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66912" y="1380744"/>
            <a:ext cx="9855128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4_d7ccad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488" y="1417320"/>
            <a:ext cx="9781976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diálogos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38666" y="1380744"/>
            <a:ext cx="9511620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5_4b35a6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242" y="1417320"/>
            <a:ext cx="9438468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diálogos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3372" y="1380744"/>
            <a:ext cx="10142207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6_0bc5ec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948" y="1417320"/>
            <a:ext cx="10069055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diálogos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39083" y="1415308"/>
            <a:ext cx="9310787" cy="4804623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7_bdafc6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9" y="1451884"/>
            <a:ext cx="9237635" cy="47314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diálogos Swing.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39083" y="1415308"/>
            <a:ext cx="9310787" cy="4804623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38_bdafc6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9" y="1451884"/>
            <a:ext cx="9237635" cy="47314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 de ejecución de las interfaces gráfica.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Java, las interfaces gráficas (GUI) creadas con Swing o AWT utilizan un hilo especial llamado: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EDT (Hilo de despacho de eventos) es el hilo de ejecución responsable de manejar: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Dibujado de componentes gráficos (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etc.)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usuario (clics, teclas, etc.)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la interfaz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del EDT: Si haces tareas pesadas (como cálculos largos, acceso a archivos, bases de datos, etc.) dentro del EDT, la interfaz: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congela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responde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bloquearse</a:t>
            </a:r>
            <a:endParaRPr lang="en-US" sz="1750" dirty="0"/>
          </a:p>
          <a:p>
            <a:pPr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clave para trabajar con interfaces: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modifica componentes Swing en el EDT</a:t>
            </a:r>
            <a:endParaRPr lang="en-US" sz="1750" dirty="0"/>
          </a:p>
          <a:p>
            <a:pPr lvl="1" marL="406400" indent="-203200">
              <a:lnSpc>
                <a:spcPct val="95000"/>
              </a:lnSpc>
              <a:spcBef>
                <a:spcPts val="20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hagas tareas pesadas directamente en el EDT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 de ejecución de las interfaces gráfica.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2971" y="1615013"/>
            <a:ext cx="11103011" cy="4405213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40_8b2cda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47" y="1651589"/>
            <a:ext cx="11029859" cy="43320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 de ejecución de las interfaces gráfica.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usar para tareas largas?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bloquear la GUI, puedes usar: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SwingWorker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Ideal para tareas en segundo plano que deben actualizar la GUI al final.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tu propio hilo (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tareas que no deben bloquear la interfaz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</a:t>
            </a: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SwingWorker</a:t>
            </a: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SwingWorker es una clase que facilita: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tareas largas en un hilo separado (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 GUI (que corre en el EDT) cuando la tarea termina o mientras progresa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Así, la interfaz sigue respondiendo y no se "congela".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Contador que actualiza un 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segundo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 de ejecución de las interfaces gráfica.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6342" y="1380744"/>
            <a:ext cx="5292466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42_b8691b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918" y="1417320"/>
            <a:ext cx="5219314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94606" y="1380744"/>
            <a:ext cx="5458004" cy="483480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1" descr="/home/claude/c14/img/s42_37f202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182" y="1417320"/>
            <a:ext cx="5384852" cy="4761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 de ejecución de las interfaces gráfica.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presionas el botón, se crea un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SwingWorker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cuenta del 1 al 10.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segundo, llama a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para enviar el número actual.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recibe esos números y actualiza la etiqueta (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en el EDT.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done() se llama y vuelve a habilitar el botón.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no se bloquea.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actualizar la GUI desde el método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sin problemas de hilos.</a:t>
            </a:r>
            <a:endParaRPr lang="en-US" sz="2200" dirty="0"/>
          </a:p>
          <a:p>
            <a:pPr lvl="1" marL="4064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pesado se hace en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doInBackground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(otro hilo).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83129"/>
            <a:ext cx="9948672" cy="76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utiliza para obtener información del usuario y se encuentra en el paquete java.útil.*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71510"/>
            <a:ext cx="9948672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la clase Scanner, cree un objeto de la clase y utilice cualquiera de los métodos disponibles en su documentación. Se puede usar el método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nextLine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para leer cadenas: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44" y="2880360"/>
            <a:ext cx="4160520" cy="30266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c14/img/s44_ab749b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16936"/>
            <a:ext cx="4087368" cy="2953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70064" y="3593592"/>
            <a:ext cx="3017520" cy="1527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1" descr="/home/claude/c14/img/s44_33c67b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630168"/>
            <a:ext cx="2944368" cy="1453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Java I/O que permite leer texto de manera eficiente desde un flujo de entrada (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InputStream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 desde un archivo (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FileReader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almacenando en un buffer los datos antes de procesarlos. Leer con buffer mejora el rendimiento frente a leer carácter por carácter directamente.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necesarios: 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java.io.BufferedReader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java.io.FileReader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java.io.IOException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java.io.InputStreamReader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92040"/>
          </a:xfrm>
          <a:prstGeom prst="roundRect">
            <a:avLst>
              <a:gd name="adj" fmla="val 2243"/>
            </a:avLst>
          </a:prstGeom>
          <a:solidFill>
            <a:srgbClr val="F3F6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desde consola: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new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(new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InputStreamReader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(System.in));</a:t>
            </a:r>
            <a:endParaRPr lang="en-US" sz="2200" dirty="0"/>
          </a:p>
          <a:p>
            <a:pPr marL="2032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InputStreamReader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(System.in) convierte bytes (entrada estándar) a caracteres.</a:t>
            </a:r>
            <a:endParaRPr lang="en-US" sz="2200" dirty="0"/>
          </a:p>
          <a:p>
            <a:pPr marL="2032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agrega el buffer y permite leer líneas completas con 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desde archivo:</a:t>
            </a:r>
            <a:endParaRPr lang="en-US" sz="2200" dirty="0"/>
          </a:p>
          <a:p>
            <a:pPr indent="0" marL="0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new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(new 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FileReader</a:t>
            </a:r>
            <a:r>
              <a:rPr lang="en-US" sz="185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("archivo.txt"));</a:t>
            </a:r>
            <a:endParaRPr lang="en-US" sz="2200" dirty="0"/>
          </a:p>
          <a:p>
            <a:pPr marL="2032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FileReader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abre el archivo en modo lectura.</a:t>
            </a:r>
            <a:endParaRPr lang="en-US" sz="2200" dirty="0"/>
          </a:p>
          <a:p>
            <a:pPr marL="203200" indent="-203200">
              <a:lnSpc>
                <a:spcPct val="108000"/>
              </a:lnSpc>
              <a:spcBef>
                <a:spcPts val="700"/>
              </a:spcBef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mejora eficiencia y permite métodos como 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6220" y="1380744"/>
            <a:ext cx="4641932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47_fd3dd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796" y="1417320"/>
            <a:ext cx="456878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11603" y="1458017"/>
            <a:ext cx="3531129" cy="159929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1" descr="/home/claude/c14/img/s47_f50045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179" y="1494593"/>
            <a:ext cx="3457977" cy="15261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75242" y="3998375"/>
            <a:ext cx="2623169" cy="11936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2" descr="/home/claude/c14/img/s47_db7d588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818" y="4034951"/>
            <a:ext cx="2550017" cy="11204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565606"/>
            <a:ext cx="10378440" cy="3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7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JSON: </a:t>
            </a:r>
            <a:r>
              <a:rPr lang="en-US" sz="12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https://developer.mozilla.org/es/docs/Learn_web_development/Core/Scripting/JSON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466344" y="1399032"/>
            <a:ext cx="662940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c14/img/s48_892f01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5608"/>
            <a:ext cx="6556248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22592" y="2825496"/>
            <a:ext cx="40782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1" descr="/home/claude/c14/img/s48_6dc403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862072"/>
            <a:ext cx="4005072" cy="1444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librería de Google que permite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objetos Java a JSON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viceversa.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915202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usarlo descargar el .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desde https://mvnrepository.com/artifact/com.google.code.gson/gson y agregarlo al “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42432" y="2350008"/>
            <a:ext cx="38404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c14/img/s49_9bb3c7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2386584"/>
            <a:ext cx="3767328" cy="2048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" y="2660904"/>
            <a:ext cx="4626864" cy="29900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1" descr="/home/claude/c14/img/s49_31f228b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4553712" cy="2916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72784" y="4517136"/>
            <a:ext cx="2798064" cy="12710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10" name="Image 2" descr="/home/claude/c14/img/s49_47ec80b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553712"/>
            <a:ext cx="2724912" cy="11978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leer un archivo: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6344" y="2011680"/>
            <a:ext cx="4754880" cy="36758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c14/img/s50_b447b0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48256"/>
            <a:ext cx="4681728" cy="3602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63056" y="3017520"/>
            <a:ext cx="281635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1" descr="/home/claude/c14/img/s50_38f64e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3054096"/>
            <a:ext cx="2743200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leer un archivo, usando la clase persona como referencia: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fromJson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convierte el contenido del archivo directamente a un objeto Persona y de esta manera no hace falta leer línea por línea ni manipular texto.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91840" y="2148840"/>
            <a:ext cx="427024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c14/img/s51_c1a332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8416" y="2185416"/>
            <a:ext cx="4197096" cy="35387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leer una lista: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181344" y="1755648"/>
            <a:ext cx="4334256" cy="12710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c14/img/s52_38535f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792224"/>
            <a:ext cx="4261104" cy="1197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" y="1828800"/>
            <a:ext cx="4279392" cy="4105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1" descr="/home/claude/c14/img/s52_5bc211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65376"/>
            <a:ext cx="4206240" cy="40325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14616" y="4407408"/>
            <a:ext cx="2340864" cy="832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9" name="Image 2" descr="/home/claude/c14/img/s52_7603c6c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4443984"/>
            <a:ext cx="2267712" cy="758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 mySql.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instalado MySQL (por ejemplo, en XAMPP o localmente).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62918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MySQL (por ejemplo, con XAMPP).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93749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servidor MySQL desde el panel de XAMPP (botón “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en MySQL).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4593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Java (JDK 17 o superior) y tener configurada la variable de entorno JAVA_HOME.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55424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conector JDBC de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MySQL:https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://dev.mysql.com/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/j/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8626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Descomprimí el archivo .zip.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17098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vas a encontrar un archivo como: mysql-connector-j-8.3.0.jar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47929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Guardarlo, por ejemplo, en C:\mysql-connector\.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78773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base de datos de prueba, por ejemplo: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59752" y="3822192"/>
            <a:ext cx="29718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0" descr="/home/claude/c14/img/s53_fd4f84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3858768"/>
            <a:ext cx="2898648" cy="1892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 mySql.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0504"/>
            <a:ext cx="10378440" cy="42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un archivo como ConexionMySQL.java en una carpeta como C:\MisProyectosJava\ConexionMySQL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078735" y="3902168"/>
            <a:ext cx="5894065" cy="33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C:\MisProyectosJava\ConexionMySQL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78735" y="4125723"/>
            <a:ext cx="5894065" cy="33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.;C:\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\mysql-connector-j-8.3.0.jar ConexionMySQL.java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78735" y="4334153"/>
            <a:ext cx="5894065" cy="33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.;C:\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\mysql-connector-j-8.3.0.jar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ConexionMySQL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" y="1975104"/>
            <a:ext cx="4507992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c14/img/s54_0cecc8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443484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20640" y="1975104"/>
            <a:ext cx="4745736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10" name="Image 1" descr="/home/claude/c14/img/s54_bebce5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2011680"/>
            <a:ext cx="4672584" cy="1691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28816" y="4690872"/>
            <a:ext cx="1929384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12" name="Image 2" descr="/home/claude/c14/img/s54_f76797d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727448"/>
            <a:ext cx="1856232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 SqlLite.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32087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Descomprimir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sqllite.rar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755424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compilar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77707" y="3086267"/>
            <a:ext cx="9495093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".;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/sqlite-jdbc-3.50.3.0.jar" EjemploSQLite.java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747929"/>
            <a:ext cx="10378440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ejecutar 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77707" y="4078773"/>
            <a:ext cx="9495093" cy="45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".;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/sqlite-jdbc-3.50.3.0.jar"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EjemploSQLite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50792" y="1700784"/>
            <a:ext cx="276148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9" name="Image 0" descr="/home/claude/c14/img/s55_697b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1737360"/>
            <a:ext cx="2688336" cy="13533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377440" y="4462272"/>
            <a:ext cx="540410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c14/img/s55_4bed61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4498848"/>
            <a:ext cx="5330952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 de datos SqlLite.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779" y="1380744"/>
            <a:ext cx="4904008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4" name="Image 0" descr="/home/claude/c14/img/s56_a84af2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55" y="1417320"/>
            <a:ext cx="4830856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71397" y="1481597"/>
            <a:ext cx="4994776" cy="470230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1" descr="/home/claude/c14/img/s56_749b3af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973" y="1518173"/>
            <a:ext cx="4921624" cy="46291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O Clase 14">
  <a:themeElements>
    <a:clrScheme name="POO Clase 14">
      <a:dk1>
        <a:srgbClr val="000000"/>
      </a:dk1>
      <a:lt1>
        <a:srgbClr val="FFFFFF"/>
      </a:lt1>
      <a:dk2>
        <a:srgbClr val="1E2761"/>
      </a:dk2>
      <a:lt2>
        <a:srgbClr val="F3F6FC"/>
      </a:lt2>
      <a:accent1>
        <a:srgbClr val="1E2761"/>
      </a:accent1>
      <a:accent2>
        <a:srgbClr val="E8A33D"/>
      </a:accent2>
      <a:accent3>
        <a:srgbClr val="3B82F6"/>
      </a:accent3>
      <a:accent4>
        <a:srgbClr val="10B981"/>
      </a:accent4>
      <a:accent5>
        <a:srgbClr val="CADCFC"/>
      </a:accent5>
      <a:accent6>
        <a:srgbClr val="8B5CF6"/>
      </a:accent6>
      <a:hlink>
        <a:srgbClr val="2563EB"/>
      </a:hlink>
      <a:folHlink>
        <a:srgbClr val="7C3AED"/>
      </a:folHlink>
    </a:clrScheme>
    <a:fontScheme name="POO Clase 1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14 - Paradigma Orientado a Objetos</dc:title>
  <dc:subject>PptxGenJS Presentation</dc:subject>
  <dc:creator>Ing. Maximiliano Coedo</dc:creator>
  <cp:lastModifiedBy>Ing. Maximiliano Coedo</cp:lastModifiedBy>
  <cp:revision>1</cp:revision>
  <dcterms:created xsi:type="dcterms:W3CDTF">2026-10-30T19:58:37Z</dcterms:created>
  <dcterms:modified xsi:type="dcterms:W3CDTF">2026-10-30T19:58:37Z</dcterms:modified>
</cp:coreProperties>
</file>