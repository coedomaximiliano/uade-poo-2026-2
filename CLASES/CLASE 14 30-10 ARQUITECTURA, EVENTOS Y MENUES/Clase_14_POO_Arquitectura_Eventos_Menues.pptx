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1B4D"/>
          </a:solidFill>
          <a:ln w="12700">
            <a:solidFill>
              <a:srgbClr val="161B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Arquitectura, eventos y menúes en Swing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14  ·  30/10/2026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735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y MVC · manejo de eventos · menúes y diálogos · hilo de ejecución de las interfaces gráficas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Maximiliano Coedo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mcoedo@uade.edu.ar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0" y="1097280"/>
            <a:ext cx="1280160" cy="36576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0" y="1874520"/>
            <a:ext cx="1280160" cy="365760"/>
          </a:xfrm>
          <a:prstGeom prst="rect">
            <a:avLst/>
          </a:prstGeom>
          <a:solidFill>
            <a:srgbClr val="2E3A7A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2651760"/>
            <a:ext cx="1280160" cy="365760"/>
          </a:xfrm>
          <a:prstGeom prst="rect">
            <a:avLst/>
          </a:prstGeom>
          <a:solidFill>
            <a:srgbClr val="2E3A7A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3429000"/>
            <a:ext cx="12801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463040"/>
            <a:ext cx="914" cy="4114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2240280"/>
            <a:ext cx="914" cy="4114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3017520"/>
            <a:ext cx="914" cy="4114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VER HOY?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Agenda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69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una aplicación: capas y MVC.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el modelo de delegación de Swing.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075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eventos: tres formas de escribir un oyente y otros tipos de eventos.  →  Ejercicio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578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Menúes y diálogos en una interfaz gráfica.  →  Ejercicio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081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ejecución de las interfaces gráficas (EDT) y SwingWorker.  →  Ejercicio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584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integrador: sistema de turnos con MVC.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097280"/>
            <a:ext cx="2377440" cy="237744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1188720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 · Entrega parcial 2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01/11.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código + interfaces gráficas.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 hoy es justo lo que necesitan para organizarla.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UNA APLICACIÓN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pensar en la arquitectura?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Arquitectura de una aplicación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749040" cy="310896"/>
          </a:xfrm>
          <a:prstGeom prst="rect">
            <a:avLst/>
          </a:prstGeom>
          <a:solidFill>
            <a:srgbClr val="B4413C"/>
          </a:solidFill>
          <a:ln w="12700">
            <a:solidFill>
              <a:srgbClr val="B441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05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la ventana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3749040" cy="3300984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1389888"/>
            <a:ext cx="352958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calcula, valida, lee el archivo y muestra.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.txt a base de datos obliga a tocar las ventanas.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probar la lógica sin abrir la interfaz.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enormes: baja cohesión y alto acoplamiento.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1920240" cy="6400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(vista)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005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Swing: muestran y capturan datos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1645920"/>
            <a:ext cx="914" cy="2286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1874520"/>
            <a:ext cx="1920240" cy="640080"/>
          </a:xfrm>
          <a:prstGeom prst="rect">
            <a:avLst/>
          </a:prstGeom>
          <a:solidFill>
            <a:srgbClr val="3B4A8C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/ lógica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los casos de uso y aplica reglas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2514600"/>
            <a:ext cx="914" cy="2286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2743200"/>
            <a:ext cx="19202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del negocio: Turno, Cliente, Producto…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383280"/>
            <a:ext cx="914" cy="2286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89120" y="3611880"/>
            <a:ext cx="1920240" cy="640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(persistencia)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guardar: archivos .txt o base de datos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4805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solo conoce a la de abajo.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UNA APLICACIÓN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patrón Modelo-Vista-Controlador (MVC)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Arquitectura de una aplicación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554480" cy="5486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1554480" cy="548640"/>
          </a:xfrm>
          <a:prstGeom prst="rect">
            <a:avLst/>
          </a:prstGeom>
          <a:solidFill>
            <a:srgbClr val="3B4A8C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514600"/>
            <a:ext cx="1554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55448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(datos)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1417320"/>
            <a:ext cx="73152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10312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evento del usuario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11880" y="1783080"/>
            <a:ext cx="914" cy="73152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576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 flipH="1">
            <a:off x="1920240" y="1783080"/>
            <a:ext cx="1097280" cy="73152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202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guarda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 flipH="1">
            <a:off x="2103120" y="1645920"/>
            <a:ext cx="73152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14884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6916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integrador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reglas del negocio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Turno, TurnoOcupadoException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y capturar datos, sin lógica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VentanaTurnos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Recibir pedidos y coordinar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TurnoControlador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Persistir en archivo o 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TurnoRepositorio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365760" y="3337560"/>
            <a:ext cx="8412480" cy="128016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" y="3429000"/>
            <a:ext cx="8174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lo que ya vimos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Controlador: una clase recibe los eventos del sistema.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 y bajo acoplamiento: cada capa hace una sola cosa.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Paquetes: modelo, vista, controlador, datos, app.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Eventos: el modelo de delegación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Eventos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gráfica no ejecuta de arriba hacia abajo: espera que el usuario haga algo. Cada acción (clic, tecla, cerrar la ventana) genera un evento.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 «Guardar»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1828800" cy="731520"/>
          </a:xfrm>
          <a:prstGeom prst="rect">
            <a:avLst/>
          </a:prstGeom>
          <a:solidFill>
            <a:srgbClr val="3B4A8C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ActionEvent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3774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Oyente (listener)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actionPerformed(e)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103120"/>
            <a:ext cx="100584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2103120"/>
            <a:ext cx="100584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560320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1874520"/>
          </a:xfrm>
          <a:prstGeom prst="rect">
            <a:avLst/>
          </a:prstGeom>
          <a:solidFill>
            <a:srgbClr val="EEF2FB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83464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Fuente: </a:t>
            </a:r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componente donde ocurre la acción.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Evento: </a:t>
            </a:r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con la información: quién lo generó, qué comando, cuándo.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Oyente: </a:t>
            </a:r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que implementa la interfaz del evento y se registra en la fuente: boton.addActionListener(oyente).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«delega» en el oyente qué hacer. Puede haber varios oyentes para la misma fuente.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· MANEJO DE EVENTOS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eventos más usados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Eventos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24688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oyente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dispara cuando…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Método(s)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 en botón o menú, Enter en un campo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actionPerformed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presiona o suelta una tecla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keyPressed, keyReleased, keyTyped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KeyAdapter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Clic, el mouse entra o 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mouseClicked, mouseEntered, mouseExited…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MouseAdapter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Abrir, cerrar o minimizar la ventana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windowClosing, windowOpened…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WindowAdapter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ListSelectionListener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la fila seleccionada de una JTable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valueChanged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PropertyChangeListener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una propiedad (ej. progreso)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" y="3931920"/>
            <a:ext cx="8174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Adapter?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que implementa la interfaz con métodos vacíos. Extendiéndola, sobrescribimos solo el método que nos interesa.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· MANEJO DE EVENTOS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escribir un oyente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Eventos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9496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EjemploEventos.java (fragmento)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2120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Clase interna con nombre que implementa ActionListener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OyenteRojo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ActionListener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actionPerformed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ActionEvent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"Clase interna: 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getActionCommand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EjemploEventos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"Manejo de eventos"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FlowLayout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setSize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setDefaultCloseOperation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EXIT_ON_CLOSE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"Rojo"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"Verde"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"Azul"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OyenteRojo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Clase anonima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ActionListener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actionPerformed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ActionEvent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"Clase anonima: 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getActionCommand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Expresion lambda (ActionListener tiene un solo metodo)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"Lambda: "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getActionCommand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750" dirty="0"/>
          </a:p>
        </p:txBody>
      </p:sp>
      <p:pic>
        <p:nvPicPr>
          <p:cNvPr id="9" name="Image 0" descr="/home/claude/shots/c14_ev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097280"/>
            <a:ext cx="2880360" cy="822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897880" y="2148840"/>
            <a:ext cx="2880360" cy="2468880"/>
          </a:xfrm>
          <a:prstGeom prst="rect">
            <a:avLst/>
          </a:prstGeom>
          <a:solidFill>
            <a:srgbClr val="EEF2FB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2402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interna: </a:t>
            </a:r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reutilizable, con nombre propio.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anónima: </a:t>
            </a:r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en el lugar; útil si el oyente es corto.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</a:t>
            </a:r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más breve. Sirve porque ActionListener tiene un solo método (interfaz funcional).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· MANEJO DE EVENTOS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Teclado, mouse y ventana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Eventos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EjemploOtrosEventos.java (fragmento)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3035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addKeyListener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KeyAdapter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keyReleased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"Caracteres escritos: 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addMouseListener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MouseAdapter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mouseEntered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MouseEvent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 adentro"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mouseExited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MouseEvent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 afuera"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addWindowListener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WindowAdapter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windowClosing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WindowEvent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showConfirmDialog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EjemploOtrosEventos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"Desea salir?"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YES_OPTION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1005840"/>
            <a:ext cx="2788920" cy="361188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08192" y="1097280"/>
            <a:ext cx="25511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observar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keyReleased: cuenta caracteres mientras se escribe.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mouseEntered / mouseExited: cambia el texto al pasar el mouse.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windowClosing + DO_NOTHING_ON_CLOSE: pide confirmación antes de salir.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EjemploOtrosEventos.this: la ventana, desde adentro de una clase anónima.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MANEJO DE EVENTOS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484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con botones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un contador de personas para la entrada de un evento.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3350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VentanaContador (JFrame) con un JLabel grande en el centro que muestre el valor.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abajo, en un JPanel, tres botones: «-1», «+1» y «Reiniciar».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los clics con lambdas: +1 suma, -1 resta y Reiniciar vuelve a 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035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la actualización en un método actualizar() que refresque el JLabel.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6027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negocio: el botón «-1» se deshabilita (setEnabled(false)) cuando el valor es 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2606040" cy="324612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481328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VentanaContador.java con main.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llegar a 0 y ver el botón deshabilitado.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15 minutos.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· Ejercicio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VentanaContador.java (constructor y eventos)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3035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VentanaContador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"Contador"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setSize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setDefaultCloseOperation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EXIT_ON_CLOSE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setLocationRelativeTo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setFont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"SansSerif"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btnMenos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btnMas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btnReset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botones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btnMas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btnMenos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btnReset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{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valueOf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btnMenos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pPr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permitir negativos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pic>
        <p:nvPicPr>
          <p:cNvPr id="9" name="Image 0" descr="/home/claude/shots/c14_cont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2743200" cy="1645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035040" y="3200400"/>
            <a:ext cx="2743200" cy="73152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53912" y="329184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tres clics en «+1». Con valor 0, «-1» queda gris.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Menúes en una interfaz gráfica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Menúes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737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1371600" cy="31089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 «Archivo»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83080" y="1783080"/>
            <a:ext cx="1188720" cy="31089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 «Ayuda»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flipV="1">
            <a:off x="960120" y="1613916"/>
            <a:ext cx="914" cy="1691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377440" y="1613916"/>
            <a:ext cx="914" cy="1691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613916"/>
            <a:ext cx="141732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325880" y="1444752"/>
            <a:ext cx="914" cy="1691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233172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JMenuItem «Nuevo»  Ctrl+N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2660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90088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JMenuItem «Salir»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331720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JMenuItem «Acerca de»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setJMenuBar(barra) en el JFrame.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JMenuItem genera un ActionEvent: addActionListener.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setAccelerator: atajo de teclado.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addSeparator(): línea divisoria.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JCheckBoxMenuItem, JRadioButtonMenuItem y submenúes (un JMenu dentro de otro).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1005840"/>
            <a:ext cx="4937760" cy="233172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1060704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EjemploMenu.java (fragmento)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1261872"/>
            <a:ext cx="47548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JMenuBar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JMenuBar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"Ayuda"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"Nuevo"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setAccelerator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KeyStroke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getKeyStroke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VK_N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awt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InputEvent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CTRL_DOWN_MASK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</a:t>
            </a:r>
            <a:pPr indent="0" marL="0">
              <a:lnSpc>
                <a:spcPct val="95000"/>
              </a:lnSpc>
              <a:buNone/>
            </a:pPr>
            <a:r>
              <a:rPr lang="en-US" sz="6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Ctrl+N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"Salir"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acerca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"Acerca de..."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"Nuevo documento"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acerca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"Ejemplo de menu - POO UADE"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"Acerca de"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INFORMATION_MESSAGE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addSeparator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acerca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setJMenuBar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</p:txBody>
      </p:sp>
      <p:pic>
        <p:nvPicPr>
          <p:cNvPr id="28" name="Image 0" descr="/home/claude/shots/c14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429000"/>
            <a:ext cx="1901952" cy="1188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9" name="Shape 26"/>
          <p:cNvSpPr/>
          <p:nvPr/>
        </p:nvSpPr>
        <p:spPr>
          <a:xfrm>
            <a:off x="6400800" y="3429000"/>
            <a:ext cx="2377440" cy="118872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19672" y="352044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Archivo desplegado, con el atajo Ctrl-N.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MENÚES · DIÁLOGOS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Diálogos con JOptionPane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Menúes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showMessageDialog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aviso: información, advertencia o 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showConfirmDialog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Sí / No / Cancelar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int: YES_OPTION, NO_OPTION…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showInputDialog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campo para escribir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(o null si cancela)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showOptionDialog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Botones con opciones propias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int: índice elegido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005840"/>
            <a:ext cx="347472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13248" y="1060704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EjemploDialogos.java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13248" y="1261872"/>
            <a:ext cx="32918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"Operacion exitosa"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encontro el archivo"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showInputDialog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"Ingrese su nombre:"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showConfirmDialog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"Guardar cambios de 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"?"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"Confirmar"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YES_NO_CANCEL_OPTION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"Efectivo"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"Tarjeta"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"Transferencia"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elegido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showOptionDialog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"Medio de pago"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"Pago"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DEFAULT_OPTION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QUESTION_MESSAGE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4754880" cy="128016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" y="3429000"/>
            <a:ext cx="4517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parámetro: el componente padre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pasamos la ventana (this), el diálogo queda centrado y bloquea la ventana hasta cerrarlo (modal).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null, queda «huérfano» y puede perderse detrás.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INFORMATION_MESSAGE, WARNING_MESSAGE, ERROR_MESSAGE, QUESTION_MESSAGE.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MENÚES Y DIÁLOGOS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484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de texto con menú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un bloc de notas mínimo. Integra menúes, eventos, diálogos y archivos.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3350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EditorSimple (JFrame) con un JTextArea dentro de un JScrollPane.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Archivo: Nuevo (Ctrl+N), Abrir… (Ctrl+O), Guardar… (Ctrl+S), un separador y Salir (Ctrl+Q).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Ayuda: Acerca de, que muestra un showMessageDialog.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035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Guardar usan JFileChooser y leen o escriben el archivo con try-with-resources.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6027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 error de archivo, mostrar un diálogo de tipo ERROR_MESSAGE. Desafío: un método auxiliar item(texto, tecla, acción) para no repetir código.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2606040" cy="324612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481328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EditorSimple.java con main.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un .txt y volver a abrirlo.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25 minutos.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· Ejercicio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0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 un método auxiliar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43891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JMenuBar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crearMenu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"Nuevo"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"Abrir..."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"Guardar..."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addSeparator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"Salir"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VK_Q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"Ayuda"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"Acerca de"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VK_F1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 POO - Clase 14"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JMenuBar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JMenuBar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Metodo auxiliar: crea un item con atajo Ctrl+tecla y su accion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JMenuItem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setAccelerator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KeyStroke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getKeyStroke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InputEvent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CTRL_DOWN_MASK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74920" y="1005840"/>
            <a:ext cx="3703320" cy="192024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060704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guardar()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184648" y="1261872"/>
            <a:ext cx="3520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JFileChooser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JFileChooser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showSaveDialog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!=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JFileChooser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APPROVE_OPTION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BufferedWriter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BufferedWriter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FileWriter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getSelectedFile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()))) {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 guardado"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IOException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pudo guardar: "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getMessage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pic>
        <p:nvPicPr>
          <p:cNvPr id="12" name="Image 0" descr="/home/claude/shots/c14_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580" y="3017520"/>
            <a:ext cx="2286000" cy="16002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EJECUCIÓN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hilo de ejecución de las interfaces gráficas (EDT)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Hilo de ejecución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00" cy="3611880"/>
          </a:xfrm>
          <a:prstGeom prst="rect">
            <a:avLst/>
          </a:prstGeom>
          <a:solidFill>
            <a:srgbClr val="EEF2FB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097280"/>
            <a:ext cx="4297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usa un único hilo, el Event Dispatch Thread (EDT), para dibujar los componentes y procesar todos los eventos.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esperan en una cola y el EDT los atiende de a uno.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evento tarda (un cálculo largo, leer un archivo grande, consultar la BD), la cola se frena: la ventana se congela y no responde.</a:t>
            </a:r>
            <a:endParaRPr lang="en-US" sz="1000" dirty="0"/>
          </a:p>
          <a:p>
            <a:pPr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modificar componentes Swing solo desde el EDT: SwingUtilities.invokeLater(...).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hacer tareas pesadas en el EDT: mandarlas a otro hilo (SwingWorker).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005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eventos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280160"/>
            <a:ext cx="594360" cy="32004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280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897880" y="1280160"/>
            <a:ext cx="594360" cy="32004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1280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0" y="1280160"/>
            <a:ext cx="594360" cy="32004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280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repintar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69480" y="1280160"/>
            <a:ext cx="594360" cy="32004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280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55280" y="1440180"/>
            <a:ext cx="27432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1234440"/>
            <a:ext cx="5486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2011680"/>
            <a:ext cx="3566160" cy="411480"/>
          </a:xfrm>
          <a:prstGeom prst="rect">
            <a:avLst/>
          </a:prstGeom>
          <a:solidFill>
            <a:srgbClr val="B4413C"/>
          </a:solidFill>
          <a:ln w="12700">
            <a:solidFill>
              <a:srgbClr val="B441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011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tarea de 10 s dentro del actionPerformed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4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ventana queda «colgada» 10 segundos.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926080"/>
            <a:ext cx="3566160" cy="41148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tarea en un SwingWorker (otro hilo)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F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EDT sigue atendiendo eventos; al terminar, se actualiza la vista.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3977640"/>
            <a:ext cx="3566160" cy="6400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21808" y="406908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SwingUtilities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invokeLater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-&gt;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MiVentana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EJECUCIÓN · SWINGWORKER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SwingWorker: tareas largas sin congelar la ventana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Hilo de ejecución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9377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  <a:gridCol w="2514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doInBackground()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hilo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trabajo pesado. Nunca tocar componentes acá.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publish(valores)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hilo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resultados parciales.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process(lista)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Recibir lo publicado y actualizar la vista.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setProgress(0..100)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hilo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el avance (evento «progress»).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terminar: mostrar el resultado, habilitar botones.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execute() / cancel(true)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Iniciar / cancelar la tarea.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005840"/>
            <a:ext cx="3291840" cy="274320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96128" y="10607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596128" y="1261872"/>
            <a:ext cx="31089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SwingWorker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doInBackground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tarea larga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actualizar la vista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terminar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3840480"/>
            <a:ext cx="3291840" cy="77724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05272" y="393192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genéricos: el primero es el tipo del resultado final; el segundo, el de los avances publicados. Void si no se usa.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EJECUCIÓN · SWINGWORKER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contar hasta 10 sin congelar la ventana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Hilo de ejecución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9496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EjemploSwingWorker.java (fragmento)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2120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SwingWorker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doInBackground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otro hilo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          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envia al EDT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el EDT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"Contando: "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                             </a:t>
            </a:r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el EDT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"Termino!"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pic>
        <p:nvPicPr>
          <p:cNvPr id="9" name="Image 0" descr="/home/claude/shots/c14_wo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15568"/>
            <a:ext cx="2880360" cy="11521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897880" y="2468880"/>
            <a:ext cx="2880360" cy="2148840"/>
          </a:xfrm>
          <a:prstGeom prst="rect">
            <a:avLst/>
          </a:prstGeom>
          <a:solidFill>
            <a:srgbClr val="EEF2FB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560320"/>
            <a:ext cx="2606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segundo, publish(i) envía el número al EDT.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 actualiza el JLabel.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done() vuelve a habilitar el botón.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cuenta, la ventana se puede mover y redimensionar.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HILO DE EJECUCIÓN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484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 simulada con barra de progreso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una aplicación que descarga un archivo grande y no debe congelarse.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3350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VentanaDescarga con un JLabel de estado, un JProgressBar (0 a 100) y los botones «Iniciar» y «Cancelar».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iniciar, crear un SwingWorker que en doInBackground avance de 5 en 5 con Thread.sleep(200) y llame a setProgress(i).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el progreso con addPropertyChangeListener y actualizar la barra.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035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«Cancelar» llama a cancel(true). El bucle debe cortar si isCancelled().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6027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done(), mostrar «Descarga completa» o «Cancelado» y restaurar los botones.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2606040" cy="324612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481328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VentanaDescarga.java con main.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mover la ventana durante la descarga.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¿qué pasa si ponen el bucle directamente en el actionPerformed?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20 minutos.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CLASE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· Ejercicio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9496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VentanaDescarga.java · iniciar()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2120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btnIniciar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btnCancelar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lblEstado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"Descargando..."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SwingWorker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doInBackground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!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isCancelled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</a:t>
            </a:r>
            <a:pPr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simula trabajo pesado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setProgress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</a:t>
            </a:r>
            <a:pPr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dispara un PropertyChangeEvent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lblEstado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isCancelled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?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"Cancelado"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"Descarga completa"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btnIniciar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btnCancelar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setEnabled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addPropertyChangeListener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"progress"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getPropertyName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setValue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getNewValue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pic>
        <p:nvPicPr>
          <p:cNvPr id="9" name="Image 0" descr="/home/claude/shots/c14_des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83005"/>
            <a:ext cx="2880360" cy="12001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897880" y="2743200"/>
            <a:ext cx="2880360" cy="118872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16752" y="2834640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los 2 segundos: 70 %.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«Iniciar» queda deshabilitado y «Cancelar» habilitado mientras corre la tarea.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484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Consultorio: gestión de turnos con MVC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arquitectura en capas, eventos, menúes, diálogos, archivos, colecciones y excepciones.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3350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Turno (fecha, hora, paciente, médico) con seSuperponeCon(otro) y TurnoOcupadoException (checked).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TurnoRepositorio con cargar() y guardar(lista) en turnos.txt.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70662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TurnoControlador con reservar (lanza TurnoOcupadoException si el médico ya tiene ese día y hora), cancelar, listarOrdenados (por fecha y hora) y guardar.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3101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vista: VentanaTurnos con formulario, JTable, botones Reservar y Cancelar, menú Archivo (Guardar, Salir) y Ayuda. Diálogos para errores y confirmaciones.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96849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Main arma las capas (repositorio → controlador → vista) y abre la ventana con invokeLater.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2606040" cy="3246120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481328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5 paquetes.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NO lee archivos ni aplica reglas.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con el diálogo de turno ocupado.</a:t>
            </a:r>
            <a:endParaRPr lang="en-US" sz="9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carpeta EJERCICIOS DE CLASE en GitHub.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Ejercicios de clase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propuesta y resultado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 integrador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8872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05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243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188720" cy="23774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8745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1122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VentanaTurnos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1188720" cy="237744"/>
          </a:xfrm>
          <a:prstGeom prst="rect">
            <a:avLst/>
          </a:prstGeom>
          <a:solidFill>
            <a:srgbClr val="3B4A8C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TurnoControlador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118872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611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8496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Turno, TurnoOcupadoException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2743200"/>
            <a:ext cx="118872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98094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TurnoRepositorio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0" y="1627632"/>
            <a:ext cx="914" cy="246888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1371600" y="2496312"/>
            <a:ext cx="914" cy="246888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1371600" y="3364992"/>
            <a:ext cx="914" cy="246888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open"/>
          </a:ln>
        </p:spPr>
      </p:sp>
      <p:sp>
        <p:nvSpPr>
          <p:cNvPr id="29" name="Shape 27"/>
          <p:cNvSpPr/>
          <p:nvPr/>
        </p:nvSpPr>
        <p:spPr>
          <a:xfrm>
            <a:off x="2377440" y="3172968"/>
            <a:ext cx="27432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3657600" y="3364992"/>
            <a:ext cx="914" cy="67665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2377440" y="4041648"/>
            <a:ext cx="1280160" cy="914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  <a:tailEnd type="open"/>
          </a:ln>
        </p:spPr>
      </p:sp>
      <p:pic>
        <p:nvPicPr>
          <p:cNvPr id="32" name="Image 0" descr="/home/claude/shots/c14_tur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01140"/>
            <a:ext cx="3931920" cy="2621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· controlador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 integrador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394960" cy="3611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controlador/TurnoControlador.java (fragmento)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52120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TurnoOcupadoException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seSuperponeCon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TurnoOcupadoException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Dr/a. 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getMedico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ya tiene turno el 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getFecha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 las "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getHora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listarOrdenados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getFecha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thenComparing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getHora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2880360" cy="146304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07608" y="1060704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modelo/Turno.java (fragmento)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61872"/>
            <a:ext cx="2697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Dos turnos chocan si son del mismo medico, dia y hora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seSuperponeCon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equalsIgnoreCase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&amp;&amp;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2606040"/>
            <a:ext cx="2880360" cy="201168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16752" y="2697480"/>
            <a:ext cx="2642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Fíjense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no conoce Swing: se puede probar desde un main de consola.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negocio vive en el modelo (Experto) y el controlador la usa.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· vista y armado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Ejercicio integrador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754880" cy="2468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060704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vista/VentanaTurnos.java · reservar()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261872"/>
            <a:ext cx="45720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txtPaciente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isBlank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||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txtMedico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isBlank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 paciente y medico"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"Datos incompletos"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WARNING_MESSAGE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txtFecha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txtHora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txtPaciente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txtMedico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refrescar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TurnoOcupadoException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getMessage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"Turno ocupado"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57800" y="1005840"/>
            <a:ext cx="3520440" cy="2468880"/>
          </a:xfrm>
          <a:prstGeom prst="rect">
            <a:avLst/>
          </a:prstGeom>
          <a:solidFill>
            <a:srgbClr val="F6F7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67528" y="1060704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app/Main.java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367528" y="1261872"/>
            <a:ext cx="33375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Arma la aplicacion: datos -&gt; controlador -&gt; vista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TurnoControlador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TurnoControlador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TurnoRepositorio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"turnos.txt"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IOException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showMessageDialog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pudieron leer los turnos guardados"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SwingUtilities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invokeLater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-&gt; 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VentanaTurnos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7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EEF2FB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7033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captura el evento, arma el objeto y se lo pasa al controlador.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controlador lanza TurnoOcupadoException, la vista la muestra en un diálogo de error.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«conecta» las capas: el repositorio se inyecta en el controlador, y el controlador en la vista (inversión de dependencias).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OBLIGATORIO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0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TPO · Entrega parcial 2 (domingo 01/11)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Orientado a Objetos  ·  Clase 14  ·  TPO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05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4114800" cy="2523744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1389888"/>
            <a:ext cx="38953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código del negocio, organizado en paquetes.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gráficas: al menos los ABM principales funcionando.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principal que navega entre ventanas.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archivos .txt o base de datos.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actualizado.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31089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005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del TPO completo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16736"/>
            <a:ext cx="4114800" cy="3300984"/>
          </a:xfrm>
          <a:prstGeom prst="rect">
            <a:avLst/>
          </a:prstGeom>
          <a:solidFill>
            <a:srgbClr val="EEF2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389888"/>
            <a:ext cx="389534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clases o más.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patrones o buenas prácticas.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excepción propia y 3 try-catch.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interfaces Swing (4 ABM + 2 de negocio).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diálogos.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archivos o BD.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8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(10 páginas).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4114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Próximas fechas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+ TP Robot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2° parcial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8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4D"/>
          </a:solidFill>
          <a:ln w="12700">
            <a:solidFill>
              <a:srgbClr val="161B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repaso previa al 2° parcial (06/11) y entrega del TP Robot.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Maximiliano Coedo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mcoedo@uade.edu.ar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github.com/coedomaximiliano/UADE-POO-2026-2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 Orientado a Objetos - Clase 14</dc:title>
  <dc:subject>PptxGenJS Presentation</dc:subject>
  <dc:creator>Ing. Maximiliano Coedo</dc:creator>
  <cp:lastModifiedBy>Ing. Maximiliano Coedo</cp:lastModifiedBy>
  <cp:revision>1</cp:revision>
  <dcterms:created xsi:type="dcterms:W3CDTF">2026-09-24T20:05:00Z</dcterms:created>
  <dcterms:modified xsi:type="dcterms:W3CDTF">2026-09-24T20:05:00Z</dcterms:modified>
</cp:coreProperties>
</file>