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-548640"/>
            <a:ext cx="3017520" cy="6217920"/>
          </a:xfrm>
          <a:prstGeom prst="roundRect">
            <a:avLst>
              <a:gd name="adj" fmla="val 15152"/>
            </a:avLst>
          </a:prstGeom>
          <a:solidFill>
            <a:srgbClr val="161B4D"/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1417320"/>
            <a:ext cx="914400" cy="502920"/>
          </a:xfrm>
          <a:prstGeom prst="rect">
            <a:avLst/>
          </a:prstGeom>
          <a:solidFill>
            <a:srgbClr val="161B4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1920240"/>
            <a:ext cx="0" cy="25603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7848" y="2176272"/>
            <a:ext cx="329184" cy="256032"/>
          </a:xfrm>
          <a:prstGeom prst="triangle">
            <a:avLst/>
          </a:prstGeom>
          <a:solidFill>
            <a:srgbClr val="161B4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132320" y="2423160"/>
            <a:ext cx="795528" cy="36576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092440" y="2423160"/>
            <a:ext cx="795528" cy="36576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2788920"/>
            <a:ext cx="914400" cy="502920"/>
          </a:xfrm>
          <a:prstGeom prst="rect">
            <a:avLst/>
          </a:prstGeom>
          <a:solidFill>
            <a:srgbClr val="161B4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2788920"/>
            <a:ext cx="914400" cy="502920"/>
          </a:xfrm>
          <a:prstGeom prst="rect">
            <a:avLst/>
          </a:prstGeom>
          <a:solidFill>
            <a:srgbClr val="161B4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ORIENTADA A OBJETOS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0116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Diagrama de Clases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Código Java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58368" y="3429000"/>
            <a:ext cx="12344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Maximiliano Coedo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mcoedo@uade.edu.ar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VER HOY?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1115568"/>
            <a:ext cx="74615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diagramas de clase a partir de un enunciado de negocio.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709928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09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1682496"/>
            <a:ext cx="74615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de un diagrama de clases a código Java.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276856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2249424"/>
            <a:ext cx="74615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objetos: instancias concretas del modelo.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" y="2816352"/>
            <a:ext cx="74615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Ejercitación: de código a diagrama y de diagrama a código.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976" y="3383280"/>
            <a:ext cx="74615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de aplicación (uno integrador) para repasar todo lo visto.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" y="3950208"/>
            <a:ext cx="74615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2.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Recordemos: una asociación con multiplicidad 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60604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2606040" cy="1039673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583741"/>
            <a:ext cx="2441448" cy="9756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docId: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apellido: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fechaNac: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género: char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585009"/>
            <a:ext cx="260604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623414"/>
            <a:ext cx="244144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+crearPersona(docN, nombreN,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apellidoN, fechaNacN,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generoN, vehiculo): void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1234440"/>
            <a:ext cx="260604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23444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1545336"/>
            <a:ext cx="2606040" cy="122712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1583741"/>
            <a:ext cx="2441448" cy="1163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marca: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referencia: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modelo: int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placa: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color: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valor: int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94760" y="2772461"/>
            <a:ext cx="260604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2810866"/>
            <a:ext cx="244144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+crearVehiculo(...): void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+cambiarValor(v: int): void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+calcularImpuesto(): double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1545336"/>
            <a:ext cx="77724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1243584"/>
            <a:ext cx="6858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0712" y="12984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lee: “una Persona tiene 1 Vehículo”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12344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3533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de la clase Persona conoce a 1 objeto de la clase Vehiculo, porque cada persona tiene un vehículo.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9400" y="283464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BEBD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953512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Persona conoce a Vehiculo (por la dirección de la flecha), pero Vehiculo no conoce a Persona.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Convirtiendo una clase sin relaciones: Vehiculo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22860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2286000" cy="122712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629461"/>
            <a:ext cx="2121408" cy="1163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marca: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referencia: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modelo: int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placa: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color: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valor: int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818181"/>
            <a:ext cx="228600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en UML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incluir los métodos aún)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1280160"/>
            <a:ext cx="370332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371600"/>
            <a:ext cx="344728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Vehiculo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28016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059168" y="132588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significa que la clase es pública: se puede acceder a ella desde otras clases de la aplicación.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949440" y="20574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7059168" y="210312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le indica a Java que se está declarando una clase.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949440" y="27432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7059168" y="278892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clase, seguido de la llave de apertura { al inicio.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949440" y="32918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33375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debe tener una llave de cierre } al final del bloque.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Declaración de clases en Java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hay que tener en cuenta estos aspectos para cumplir con buenas prácticas de codificación: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77440" y="1508760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AFBFE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63624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Empieza con mayúscula.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 en singular.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 el mismo nombre del archivo físico, con extensión .java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11480" y="235000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D9737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5000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2350008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AFBFE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40487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Son variables de tipos básicos o de otras clases.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Empiezan con minúscula; si son varias palabras, el resto usa mayúscula inicial (camelCase).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evita usar _ (guión bajo).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11480" y="3191256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91256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3191256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AFBFE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246120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 valor no cambia durante la ejecución del programa.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declaran en mayúscula sostenida.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Ej: static final int IVA_TIPO1 = 16;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11480" y="4032504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6FA97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32504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/ Métodos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77440" y="4032504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AFBFE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087368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Segmento de código que ejecuta una tarea específica.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invocan sobre un objeto y aplican sus instrucciones a ese objeto.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Pueden o no tener parámetros y retornar un valor.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Modificadores de acceso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704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de la clase
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por otras clases.
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abstracta, no se puede instanciar.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1188720"/>
            <a:ext cx="39044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modificador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NombreDeLaClase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3931920" cy="1965960"/>
          </a:xfrm>
          <a:prstGeom prst="roundRect">
            <a:avLst>
              <a:gd name="adj" fmla="val 3256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59152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de atributos, constantes y métodos
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por cualquier objeto, dentro y fuera de la clase.
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accesible dentro de la clase donde se declara.
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en la clase y en sus subclases (herencia).
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definir constantes.
</a:t>
            </a:r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atributos, constantes o métodos de clase (no de instancia).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920240"/>
            <a:ext cx="39044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modificador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tipoDeDato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nombreAtributo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51460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606040"/>
            <a:ext cx="3904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modificador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tipoDeDato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métodos en la próxima diapositiva →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Sintaxis de métodos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8321040" cy="16002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207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de los métodos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por cualquier clase.    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dentro de la clase donde se declara.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y en sus subclases.    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clase; no requiere de un objeto para invocarse.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83210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3017520"/>
            <a:ext cx="80650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modificador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tipoRetorno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nombreDelMetodo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tipoDato1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parametro1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cuerpo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tipoRetorno: se escribe void si el método no retorna ningún valor.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Vehiculo.java: los atributos ya en código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2860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2286000" cy="122712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720901"/>
            <a:ext cx="2121408" cy="1163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marca: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referencia: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modelo: int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placa: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color: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valor: int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909621"/>
            <a:ext cx="228600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37160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463040"/>
            <a:ext cx="34015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Vehiculo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BEBD3"/>
          </a:solidFill>
          <a:ln/>
        </p:spPr>
      </p:sp>
      <p:sp>
        <p:nvSpPr>
          <p:cNvPr id="15" name="Text 13"/>
          <p:cNvSpPr/>
          <p:nvPr/>
        </p:nvSpPr>
        <p:spPr>
          <a:xfrm>
            <a:off x="7013448" y="1463040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símbolo - (privado) del diagrama se convierte en private en Java.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903720" y="2743200"/>
            <a:ext cx="1920240" cy="1463040"/>
          </a:xfrm>
          <a:prstGeom prst="roundRect">
            <a:avLst>
              <a:gd name="adj" fmla="val 4375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7013448" y="283464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UML se escribe primero el nombre y después el tipo. En Java es al revés: tipo, nombre y punto y coma.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asociación se convierte en atributo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4688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2468880" cy="1039673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720901"/>
            <a:ext cx="2304288" cy="9756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docId: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apellido: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fechaNac: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género: char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722169"/>
            <a:ext cx="246888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760574"/>
            <a:ext cx="2304288" cy="225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+crearPersona(...): void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371600"/>
            <a:ext cx="24688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3716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1682496"/>
            <a:ext cx="246888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720901"/>
            <a:ext cx="230428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marca: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valor: int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347265"/>
            <a:ext cx="246888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2385670"/>
            <a:ext cx="230428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+crearVehiculo(...): void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+cambiarValor(v:int): void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+calcularImpuesto(): double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80360" y="1682496"/>
            <a:ext cx="68580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380744"/>
            <a:ext cx="5943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82112" y="1435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429000"/>
            <a:ext cx="5623560" cy="1005840"/>
          </a:xfrm>
          <a:prstGeom prst="roundRect">
            <a:avLst>
              <a:gd name="adj" fmla="val 6364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534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de asociación se convierte en un atributo para la clase de la cual sale la flecha: en este caso, para Persona.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42900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FBEBD3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3520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Veamos el código fuente de la clase Persona en la siguiente diapositiva.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OBJETOS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objetos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objetos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8321040" cy="777240"/>
          </a:xfrm>
          <a:prstGeom prst="roundRect">
            <a:avLst>
              <a:gd name="adj" fmla="val 8235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332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puede tener atributos que son, a su vez, objetos de otra clase. El diagrama de objetos muestra las instancias concretas que existirían en el mundo computacional, con sus valores reales.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468880" cy="310896"/>
          </a:xfrm>
          <a:prstGeom prst="rect">
            <a:avLst/>
          </a:prstGeom>
          <a:solidFill>
            <a:srgbClr val="6FA97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: Persona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2468880" cy="122712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498141"/>
            <a:ext cx="2304288" cy="1163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docId: "345"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nombre: "Carlos"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apellido: "Suárez"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fechaNac: "27/12/1990"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genero: 'm'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vehiculo: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6861"/>
            <a:ext cx="246888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148840"/>
            <a:ext cx="2468880" cy="310896"/>
          </a:xfrm>
          <a:prstGeom prst="rect">
            <a:avLst/>
          </a:prstGeom>
          <a:solidFill>
            <a:srgbClr val="3B7FB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148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: Vehiculo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2459736"/>
            <a:ext cx="2468880" cy="1039673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4216" y="2498141"/>
            <a:ext cx="2304288" cy="9756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marca: "Renault"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referencia: "Logan"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modelo: 2009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placa: "GRS123"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"Gris"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3499409"/>
            <a:ext cx="246888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775558"/>
            <a:ext cx="9144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675120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BEBD3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2212848"/>
            <a:ext cx="1883664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v es el dato que iría asignado al atributo vehiculo del objeto p de la clase Persona. Los nombres p y v son sólo identificadores de instancia.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OBJETOS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Aplicándolo al ejemplo de Empleado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objetos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ver el código de Empleado, pensemos qué objetos concretos existirían: un empleado real, con su fecha de nacimiento y su fecha de ingreso, cada una como un objeto Fecha independiente.</a:t>
            </a:r>
            <a:endParaRPr lang="en-US" sz="1150" dirty="0"/>
          </a:p>
        </p:txBody>
      </p:sp>
      <p:pic>
        <p:nvPicPr>
          <p:cNvPr id="8" name="Image 0" descr="/tmp/clase5_build/gen/assets/diagrama_obje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969" y="1536192"/>
            <a:ext cx="5490062" cy="3063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62686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Fecha es independiente: empleado1 conoce a fecha1 (fechaNac) y a fecha2 (fechaIng) a través de sus propios atributos-objeto.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Empleado con dos asociaciones a Fecha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27432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62456"/>
            <a:ext cx="2743200" cy="1039673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00861"/>
            <a:ext cx="2578608" cy="9756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cedula: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apellido: String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genero: char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salario: int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02129"/>
            <a:ext cx="274320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051560"/>
            <a:ext cx="18288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0515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362456"/>
            <a:ext cx="182880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1400861"/>
            <a:ext cx="166420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dia: int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mes: int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anio: 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2027225"/>
            <a:ext cx="182880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408176"/>
            <a:ext cx="19659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4700" y="1106424"/>
            <a:ext cx="16459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nac.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6592" y="11612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1865376"/>
            <a:ext cx="19659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4700" y="1563624"/>
            <a:ext cx="16459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ingr.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6592" y="16184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83464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926080"/>
            <a:ext cx="39502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Empleado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fechaNac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2926080"/>
            <a:ext cx="3675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977640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EEF2FB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4041648"/>
            <a:ext cx="37124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fechaNac y fechaIng son atributos que salen de las relaciones; el resto son atributos propios de la clase.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Libro pertenece a una Editorial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27432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99616"/>
            <a:ext cx="2743200" cy="852221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538021"/>
            <a:ext cx="2578608" cy="788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isbn: String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titulo: String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anio: int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precio: 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51837"/>
            <a:ext cx="274320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188720"/>
            <a:ext cx="219456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188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1499616"/>
            <a:ext cx="219456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16" y="1538021"/>
            <a:ext cx="202996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codigo: int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anio: 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2164385"/>
            <a:ext cx="219456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499616"/>
            <a:ext cx="192024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97864"/>
            <a:ext cx="16459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 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90872" y="12527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88036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2971800"/>
            <a:ext cx="37673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2971800"/>
            <a:ext cx="37673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asociaciones a la misma clase: distinto rol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de clase al código Java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4688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16736"/>
            <a:ext cx="2468880" cy="852221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355141"/>
            <a:ext cx="2304288" cy="788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cedula: String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apellido: String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genero: char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11480" y="2168957"/>
            <a:ext cx="246888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005840"/>
            <a:ext cx="187452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0058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1316736"/>
            <a:ext cx="187452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16" y="1355141"/>
            <a:ext cx="170992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dia: int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mes: int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anio: int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074920" y="1981505"/>
            <a:ext cx="187452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514600"/>
            <a:ext cx="187452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51460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2825496"/>
            <a:ext cx="187452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863901"/>
            <a:ext cx="170992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codigo: int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nombre: String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indicativo: int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074920" y="3490265"/>
            <a:ext cx="187452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0360" y="1316736"/>
            <a:ext cx="21945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1014984"/>
            <a:ext cx="16459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nac.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90872" y="10698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80360" y="2093976"/>
            <a:ext cx="21945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1792224"/>
            <a:ext cx="16459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nac.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90872" y="18470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80360" y="2551176"/>
            <a:ext cx="877824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9544" y="2322576"/>
            <a:ext cx="17373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res.   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58184" y="2551176"/>
            <a:ext cx="0" cy="2743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58184" y="2825496"/>
            <a:ext cx="1316736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288036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2971800"/>
            <a:ext cx="39502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fechaNac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ciudadNac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ciudadRes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977640"/>
            <a:ext cx="3931920" cy="868680"/>
          </a:xfrm>
          <a:prstGeom prst="roundRect">
            <a:avLst>
              <a:gd name="adj" fmla="val 7368"/>
            </a:avLst>
          </a:prstGeom>
          <a:solidFill>
            <a:srgbClr val="FBEBD3"/>
          </a:solidFill>
          <a:ln/>
        </p:spPr>
      </p:sp>
      <p:sp>
        <p:nvSpPr>
          <p:cNvPr id="35" name="Text 33"/>
          <p:cNvSpPr/>
          <p:nvPr/>
        </p:nvSpPr>
        <p:spPr>
          <a:xfrm>
            <a:off x="4910328" y="4041648"/>
            <a:ext cx="37124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ciudadNac y ciudadRes son del mismo tipo (Ciudad), cada asociación genera su PROPIO atributo, nombrado según su rol.</a:t>
            </a:r>
            <a:endParaRPr lang="en-US" sz="9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926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APLICACIÓN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enunciado de negocio al diagrama y al código Java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sistema de turnos de un consultorio médico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" y="1664208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Médico atiende Turnos; cada Turno es atendido por un único Médico (asociación 1 a *).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50008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50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" y="2322576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Paciente solicita Turnos; cada Turno pertenece a un único Paciente (asociación 1 a *).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008376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08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" y="2980944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Turno tiene fecha, hora y estado (pendiente, atendido o cancelado).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666744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666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" y="3639312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Médico tiene una especialidad; un Paciente tiene un número de historia clínica.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2331720" cy="265176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18379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0256" y="224028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803136" y="2185416"/>
            <a:ext cx="170992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con atributos, métodos, visibilidad y multiplicidades correctas.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20256" y="29900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2935224"/>
            <a:ext cx="1709928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Java que compile.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0256" y="339242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6803136" y="3337560"/>
            <a:ext cx="170992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carpeta EJERCICIOS DE CLASE en GitHub con el nombre de alumno.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TP2 — Diagrama de clases y código Java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321040" cy="1783080"/>
          </a:xfrm>
          <a:prstGeom prst="roundRect">
            <a:avLst>
              <a:gd name="adj" fmla="val 4103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97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— Sistema de Compras de productos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desea implementar un sistema de Compras de productos. Para generar la Orden de compra el empleado ingresa el DNI del proveedor, se verifica el mismo y luego se ingresa la fecha de la orden de compra. Luego el empleado de Compras ingresa el código del producto a comprar y la cantidad a comprar; se debe verificar la existencia de cada producto (código, descripción y precio unitario). La orden de compra debe contener: número, fecha, proveedor, el producto y la cantidad a comprar.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permitir: a) administrar el alta de los productos; b) generar la orden de compra; c) consultar las órdenes de compra de un proveedor dado, mostrando su nombre y el total de las órdenes.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pide: identificar clases con sus atributos y comportamiento que cumplan los requerimientos solicitados.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8321040" cy="1783080"/>
          </a:xfrm>
          <a:prstGeom prst="roundRect">
            <a:avLst>
              <a:gd name="adj" fmla="val 4103"/>
            </a:avLst>
          </a:prstGeom>
          <a:solidFill>
            <a:srgbClr val="FBEBD3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017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— Sistema de una Aerolínea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29184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3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Reconocer, diseñar y codificar el siguiente enunciado: una aerolínea ofrece vuelos transportando pasajeros en aviones entre diferentes ciudades. Cada vuelo parte de un aeropuerto de inicio y arriba a un aeropuerto de destino final; algunos vuelos pueden tener escalas intermedias. Los aeropuertos están localizados en ciudades, pudiendo tener una ciudad más de un aeropuerto. A cada vuelo se le asigna un avión y una tripulación, la cual consta de 2 pilotos, 1 operador de comunicaciones, 2 comisarios de abordo y 4 azafatas. Cada pasajero de un vuelo tiene asignado un asiento.</a:t>
            </a:r>
            <a:endParaRPr lang="en-US" sz="9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del código Java, desarrollar el diagrama de clases.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1325880"/>
            <a:ext cx="6583680" cy="3429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1417320"/>
            <a:ext cx="632764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initialName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initialName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printPerson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getName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— Ejercicio 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80360" y="1463040"/>
            <a:ext cx="33832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4630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773936"/>
            <a:ext cx="3383280" cy="477317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1812341"/>
            <a:ext cx="3218688" cy="413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String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age: 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0360" y="2251253"/>
            <a:ext cx="338328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2289658"/>
            <a:ext cx="321868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+Person(initialName:String)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+printPerson(): void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+getName(): String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del código Java (que reutiliza la clase Person del ejercicio 1), desarrollar el diagrama de clases.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6949440" cy="3108960"/>
          </a:xfrm>
          <a:prstGeom prst="roundRect">
            <a:avLst>
              <a:gd name="adj" fmla="val 1765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600200"/>
            <a:ext cx="669340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ArrayList&lt;Person&gt;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ArrayList&lt;Person&gt;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getAuthors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addAuthor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— Ejercicio 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01752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01752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812341"/>
            <a:ext cx="285292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publisher: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authors: ArrayList&lt;Person&gt;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38705"/>
            <a:ext cx="3017520" cy="1039673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477110"/>
            <a:ext cx="2852928" cy="9756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+Book(name, publisher: String)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+getName():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+getPublisher():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+getAuthors(): ArrayList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+addAuthor(author: Person)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463040"/>
            <a:ext cx="237744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4630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1773936"/>
            <a:ext cx="2377440" cy="477317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7256" y="1812341"/>
            <a:ext cx="2212848" cy="413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String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age: int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2251253"/>
            <a:ext cx="237744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2289658"/>
            <a:ext cx="221284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+Person(initialName: String)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+printPerson(): void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+getName(): String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0" y="1773936"/>
            <a:ext cx="192024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5270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del diagrama de clases, desarrollar el código Java.  (CalcularArea() en itálica = método abstracto)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3716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682496"/>
            <a:ext cx="228600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972361"/>
            <a:ext cx="2286000" cy="477317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010766"/>
            <a:ext cx="2121408" cy="413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+CalcularArea()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+mostrarInfo()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3063240"/>
            <a:ext cx="27432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0632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3374136"/>
            <a:ext cx="2743200" cy="477317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1016" y="3412541"/>
            <a:ext cx="2578608" cy="413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altura: double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base: double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1188720" y="3851453"/>
            <a:ext cx="274320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1016" y="3889858"/>
            <a:ext cx="257860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+Triangulo(base,altura:double)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+calcularArea(): double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+mostrarInfo()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212080" y="3063240"/>
            <a:ext cx="27432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0632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0" y="3374136"/>
            <a:ext cx="2743200" cy="289865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3412541"/>
            <a:ext cx="2578608" cy="225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lado: double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212080" y="3664001"/>
            <a:ext cx="2743200" cy="664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4376" y="3702406"/>
            <a:ext cx="2578608" cy="60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+Cuadrado(lado: double)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+calcularArea(): double</a:t>
            </a:r>
            <a:endParaRPr lang="en-US" sz="8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+mostrarInfo()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 flipH="1">
            <a:off x="2560320" y="2687422"/>
            <a:ext cx="2011680" cy="375818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687422"/>
            <a:ext cx="2011680" cy="375818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16552" y="2449678"/>
            <a:ext cx="310896" cy="237744"/>
          </a:xfrm>
          <a:prstGeom prst="triangl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— Ejercicio 3 (subclases)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160520" cy="3977640"/>
          </a:xfrm>
          <a:prstGeom prst="roundRect">
            <a:avLst>
              <a:gd name="adj" fmla="val 1379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97280"/>
            <a:ext cx="390448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Subclase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Triangulo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Triangulo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Poligono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Triangulo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calcularArea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mostrarInfo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"Soy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triángulo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69080" cy="3200400"/>
          </a:xfrm>
          <a:prstGeom prst="roundRect">
            <a:avLst>
              <a:gd name="adj" fmla="val 1714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97280"/>
            <a:ext cx="381304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Subclase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Poligono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calcularArea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mostrarInfo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"Soy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9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— Ejercicio 3 (clase base y prueba)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160520" cy="2194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97280"/>
            <a:ext cx="39044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Poligono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abstracto: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subclases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implementarlo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calcularArea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poligonos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mostrarInfo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poligono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69080" cy="3200400"/>
          </a:xfrm>
          <a:prstGeom prst="roundRect">
            <a:avLst>
              <a:gd name="adj" fmla="val 1714"/>
            </a:avLst>
          </a:prstGeom>
          <a:solidFill>
            <a:srgbClr val="F4F6FB"/>
          </a:solidFill>
          <a:ln w="9525">
            <a:solidFill>
              <a:srgbClr val="C7D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97280"/>
            <a:ext cx="381304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probar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Poligono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Triangulo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Poligono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A3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Cuadrado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mostrarInfo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triangulo: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calcularArea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mostrarInfo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cuadrado: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calcularArea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383B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9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926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APLICACIÓN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enunciado de negocio al diagrama y al código Java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sistema de bicicletas compartidas de una ciudad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" y="1664208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 superclase de ClienteOcasional y ClienteSuscripto (herencia).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50008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50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" y="2322576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Estacion agrega varias Bicicletas: una bicicleta podría reasignarse a otra estación sin dejar de existir (agregación).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008376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08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" y="2980944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Alquiler asocia un Cliente con una Bicicleta, con multiplicidad 1 a 0..* de cada lado (guarda fecha/hora de retiro y devolución).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666744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666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" y="3639312"/>
            <a:ext cx="5358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el costo del alquiler, Alquiler usa una clase Tarifario sin guardarla como atributo (dependencia).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2331720" cy="265176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18379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0256" y="224028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803136" y="2185416"/>
            <a:ext cx="170992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con atributos, métodos, visibilidad y multiplicidades correctas.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20256" y="29900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2935224"/>
            <a:ext cx="1709928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Java que compile.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0256" y="339242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6803136" y="3337560"/>
            <a:ext cx="170992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carpeta EJERCICIOS DE CLASE en GitHub con el nombre de alumno.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49011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926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clases, diagrama de objetos y código Java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sistema de gestión de un centro de eventos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" y="1664208"/>
            <a:ext cx="53583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 es superclase de OrganizadorInterno y OrganizadorExterno (herencia).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258568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58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" y="2231136"/>
            <a:ext cx="53583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contrata uno o varios Eventos; cada Evento es contratado por un único Cliente (asociación 1 a 0..*).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825496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25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" y="2798064"/>
            <a:ext cx="53583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Salon se compone de uno o varios Sectores: sin el Salón, el Sector no tiene sentido (composición).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92424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392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" y="3364992"/>
            <a:ext cx="53583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CentroDeEventos agrega varios Salones, que podrían transferirse a otro centro de la cadena sin dejar de existir (agregación).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959352"/>
            <a:ext cx="256032" cy="256032"/>
          </a:xfrm>
          <a:prstGeom prst="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959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" y="3931920"/>
            <a:ext cx="53583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la fecha límite de pago de la seña, Evento usa una clase Calendario sin guardarla como atributo (dependencia).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1691640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18379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0256" y="224028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803136" y="2185416"/>
            <a:ext cx="170992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(5 relaciones, multiplicidades correctas).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0256" y="29900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6803136" y="2935224"/>
            <a:ext cx="17099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objetos (≥1 instancia por clase relacionada).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0256" y="356616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6803136" y="3511296"/>
            <a:ext cx="17099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Java que compile, fiel al diagrama.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0256" y="414223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6803136" y="4087368"/>
            <a:ext cx="17099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carpeta EJERCICIOS DE CLASE en GitHub.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-548640"/>
            <a:ext cx="3017520" cy="6217920"/>
          </a:xfrm>
          <a:prstGeom prst="roundRect">
            <a:avLst>
              <a:gd name="adj" fmla="val 15152"/>
            </a:avLst>
          </a:prstGeom>
          <a:solidFill>
            <a:srgbClr val="161B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Maximiliano Coedo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mcoedo@uade.edu.ar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5 - POO - Diagrama de clases a codigo Java</dc:title>
  <dc:subject>PptxGenJS Presentation</dc:subject>
  <dc:creator>Ing. Maximiliano Coedo</dc:creator>
  <cp:lastModifiedBy>Ing. Maximiliano Coedo</cp:lastModifiedBy>
  <cp:revision>1</cp:revision>
  <dcterms:created xsi:type="dcterms:W3CDTF">2026-09-04T19:35:39Z</dcterms:created>
  <dcterms:modified xsi:type="dcterms:W3CDTF">2026-09-04T19:35:39Z</dcterms:modified>
</cp:coreProperties>
</file>